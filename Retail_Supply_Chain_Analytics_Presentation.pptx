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70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8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6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44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54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0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3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3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34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4189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846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88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03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57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8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238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Supply Chain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Excel + MySQL +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End-to-end analytics project</a:t>
            </a:r>
          </a:p>
          <a:p>
            <a:pPr>
              <a:defRPr sz="2400"/>
            </a:pPr>
            <a:r>
              <a:t>• Excel Data Cleaning</a:t>
            </a:r>
          </a:p>
          <a:p>
            <a:pPr>
              <a:defRPr sz="2400"/>
            </a:pPr>
            <a:r>
              <a:t>• SQL Analysis</a:t>
            </a:r>
          </a:p>
          <a:p>
            <a:pPr>
              <a:defRPr sz="2400"/>
            </a:pPr>
            <a:r>
              <a:t>• 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1. Excel</a:t>
            </a:r>
          </a:p>
          <a:p>
            <a:pPr>
              <a:defRPr sz="2400"/>
            </a:pPr>
            <a:r>
              <a:t>2. MySQL</a:t>
            </a:r>
          </a:p>
          <a:p>
            <a:pPr>
              <a:defRPr sz="2400"/>
            </a:pPr>
            <a:r>
              <a:t>3.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50+ SQL business queries</a:t>
            </a:r>
          </a:p>
          <a:p>
            <a:pPr>
              <a:defRPr sz="2400"/>
            </a:pPr>
            <a:r>
              <a:t>• Sales, Profit, Customer &amp; Supply Chain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KPIs</a:t>
            </a:r>
          </a:p>
          <a:p>
            <a:pPr>
              <a:defRPr sz="2400"/>
            </a:pPr>
            <a:r>
              <a:t>• Sales Trends</a:t>
            </a:r>
          </a:p>
          <a:p>
            <a:pPr>
              <a:defRPr sz="2400"/>
            </a:pPr>
            <a:r>
              <a:t>• Category &amp; Region Analysis</a:t>
            </a:r>
          </a:p>
          <a:p>
            <a:pPr>
              <a:defRPr sz="2400"/>
            </a:pPr>
            <a:r>
              <a:t>• Interactive Filters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Top Products</a:t>
            </a:r>
          </a:p>
          <a:p>
            <a:pPr>
              <a:defRPr sz="2400"/>
            </a:pPr>
            <a:r>
              <a:t>• Most Profitable Segment</a:t>
            </a:r>
          </a:p>
          <a:p>
            <a:pPr>
              <a:defRPr sz="2400"/>
            </a:pPr>
            <a:r>
              <a:t>• Regional Performance</a:t>
            </a:r>
          </a:p>
          <a:p>
            <a:pPr>
              <a:defRPr sz="2400"/>
            </a:pPr>
            <a:r>
              <a:t>• Shipping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Tools</a:t>
            </a:r>
            <a:br>
              <a:rPr lang="en-US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555508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IN" dirty="0"/>
          </a:p>
          <a:p>
            <a:pPr>
              <a:defRPr sz="2400"/>
            </a:pPr>
            <a:r>
              <a:rPr dirty="0"/>
              <a:t>Excel </a:t>
            </a:r>
            <a:endParaRPr lang="en-US" dirty="0"/>
          </a:p>
          <a:p>
            <a:pPr>
              <a:defRPr sz="2400"/>
            </a:pPr>
            <a:r>
              <a:rPr dirty="0"/>
              <a:t>MySQL </a:t>
            </a:r>
            <a:endParaRPr lang="en-US" dirty="0"/>
          </a:p>
          <a:p>
            <a:pPr>
              <a:defRPr sz="2400"/>
            </a:pPr>
            <a:r>
              <a:rPr dirty="0"/>
              <a:t>SQL </a:t>
            </a:r>
            <a:endParaRPr lang="en-US" dirty="0"/>
          </a:p>
          <a:p>
            <a:pPr>
              <a:defRPr sz="2400"/>
            </a:pPr>
            <a:r>
              <a:rPr dirty="0"/>
              <a:t>Power BI | DAX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5409" y="1853248"/>
            <a:ext cx="5234526" cy="1400530"/>
          </a:xfrm>
        </p:spPr>
        <p:txBody>
          <a:bodyPr/>
          <a:lstStyle/>
          <a:p>
            <a:pPr algn="ctr"/>
            <a:r>
              <a:rPr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12400" y="3372037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Thank You!</a:t>
            </a:r>
          </a:p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101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Retail Supply Chain Analytics</vt:lpstr>
      <vt:lpstr>Project Overview</vt:lpstr>
      <vt:lpstr>Workflow</vt:lpstr>
      <vt:lpstr>SQL Analysis</vt:lpstr>
      <vt:lpstr>Dashboard</vt:lpstr>
      <vt:lpstr>Business Insights</vt:lpstr>
      <vt:lpstr>Tools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abcom</cp:lastModifiedBy>
  <cp:revision>2</cp:revision>
  <dcterms:created xsi:type="dcterms:W3CDTF">2013-01-27T09:14:16Z</dcterms:created>
  <dcterms:modified xsi:type="dcterms:W3CDTF">2026-07-02T20:00:24Z</dcterms:modified>
  <cp:category/>
</cp:coreProperties>
</file>